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1129204bad439a" /><Relationship Type="http://schemas.openxmlformats.org/officeDocument/2006/relationships/extended-properties" Target="/docProps/app.xml" Id="R2211f04e5bd74fd9" /><Relationship Type="http://schemas.openxmlformats.org/officeDocument/2006/relationships/officeDocument" Target="/ppt/presentation.xml" Id="Rd962003da5dd48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d090878eed4322"/>
  </p:sldMasterIdLst>
  <p:notesMasterIdLst>
    <p:notesMasterId xmlns:r="http://schemas.openxmlformats.org/officeDocument/2006/relationships" r:id="R6af9a1e5c7a24a26"/>
  </p:notesMasterIdLst>
  <p:sldIdLst>
    <p:sldId xmlns:r="http://schemas.openxmlformats.org/officeDocument/2006/relationships" id="256" r:id="R00e9d1b4ede346a5"/>
    <p:sldId xmlns:r="http://schemas.openxmlformats.org/officeDocument/2006/relationships" id="257" r:id="R0534efdb2a7640de"/>
    <p:sldId xmlns:r="http://schemas.openxmlformats.org/officeDocument/2006/relationships" id="258" r:id="R47d16dd9b9544d9f"/>
    <p:sldId xmlns:r="http://schemas.openxmlformats.org/officeDocument/2006/relationships" id="259" r:id="R5f0ed6368dfc427a"/>
    <p:sldId xmlns:r="http://schemas.openxmlformats.org/officeDocument/2006/relationships" id="260" r:id="R7ac59f1133d64997"/>
    <p:sldId xmlns:r="http://schemas.openxmlformats.org/officeDocument/2006/relationships" id="261" r:id="R20d5a56827214a5c"/>
    <p:sldId xmlns:r="http://schemas.openxmlformats.org/officeDocument/2006/relationships" id="262" r:id="R89c7163007a54c4f"/>
    <p:sldId xmlns:r="http://schemas.openxmlformats.org/officeDocument/2006/relationships" id="263" r:id="Red98318543594211"/>
    <p:sldId xmlns:r="http://schemas.openxmlformats.org/officeDocument/2006/relationships" id="264" r:id="R46c17739bfec43f3"/>
    <p:sldId xmlns:r="http://schemas.openxmlformats.org/officeDocument/2006/relationships" id="265" r:id="Ra06737be77d640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9f8d62d95b430b" /><Relationship Type="http://schemas.openxmlformats.org/officeDocument/2006/relationships/slideMaster" Target="/ppt/slideMasters/slideMaster1.xml" Id="Re2d090878eed4322" /><Relationship Type="http://schemas.openxmlformats.org/officeDocument/2006/relationships/notesMaster" Target="/ppt/notesMasters/notesMaster1.xml" Id="R6af9a1e5c7a24a26" /><Relationship Type="http://schemas.openxmlformats.org/officeDocument/2006/relationships/presProps" Target="/ppt/presProps.xml" Id="R09e28019309848e4" /><Relationship Type="http://schemas.openxmlformats.org/officeDocument/2006/relationships/tableStyles" Target="/ppt/tableStyles.xml" Id="R3912338defa749fe" /><Relationship Type="http://schemas.openxmlformats.org/officeDocument/2006/relationships/slide" Target="/ppt/slides/slide1.xml" Id="R00e9d1b4ede346a5" /><Relationship Type="http://schemas.openxmlformats.org/officeDocument/2006/relationships/slide" Target="/ppt/slides/slide2.xml" Id="R0534efdb2a7640de" /><Relationship Type="http://schemas.openxmlformats.org/officeDocument/2006/relationships/slide" Target="/ppt/slides/slide3.xml" Id="R47d16dd9b9544d9f" /><Relationship Type="http://schemas.openxmlformats.org/officeDocument/2006/relationships/slide" Target="/ppt/slides/slide4.xml" Id="R5f0ed6368dfc427a" /><Relationship Type="http://schemas.openxmlformats.org/officeDocument/2006/relationships/slide" Target="/ppt/slides/slide5.xml" Id="R7ac59f1133d64997" /><Relationship Type="http://schemas.openxmlformats.org/officeDocument/2006/relationships/slide" Target="/ppt/slides/slide6.xml" Id="R20d5a56827214a5c" /><Relationship Type="http://schemas.openxmlformats.org/officeDocument/2006/relationships/slide" Target="/ppt/slides/slide7.xml" Id="R89c7163007a54c4f" /><Relationship Type="http://schemas.openxmlformats.org/officeDocument/2006/relationships/slide" Target="/ppt/slides/slide8.xml" Id="Red98318543594211" /><Relationship Type="http://schemas.openxmlformats.org/officeDocument/2006/relationships/slide" Target="/ppt/slides/slide9.xml" Id="R46c17739bfec43f3" /><Relationship Type="http://schemas.openxmlformats.org/officeDocument/2006/relationships/slide" Target="/ppt/slides/slide10.xml" Id="Ra06737be77d640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e3c86cabd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e38ab092e34fce" /><Relationship Type="http://schemas.openxmlformats.org/officeDocument/2006/relationships/notesMaster" Target="/ppt/notesMasters/notesMaster1.xml" Id="R20e22d176b0c40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a204591e8b4057" /><Relationship Type="http://schemas.openxmlformats.org/officeDocument/2006/relationships/notesMaster" Target="/ppt/notesMasters/notesMaster1.xml" Id="R571b094d6181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d2c1bd42db4913" /><Relationship Type="http://schemas.openxmlformats.org/officeDocument/2006/relationships/notesMaster" Target="/ppt/notesMasters/notesMaster1.xml" Id="R0385540b007d4b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a9f579397541da" /><Relationship Type="http://schemas.openxmlformats.org/officeDocument/2006/relationships/notesMaster" Target="/ppt/notesMasters/notesMaster1.xml" Id="R06d529d49e0040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9ca426a4f34943" /><Relationship Type="http://schemas.openxmlformats.org/officeDocument/2006/relationships/notesMaster" Target="/ppt/notesMasters/notesMaster1.xml" Id="R6192fe68e7e646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9e79002feb4b21" /><Relationship Type="http://schemas.openxmlformats.org/officeDocument/2006/relationships/notesMaster" Target="/ppt/notesMasters/notesMaster1.xml" Id="R962e160f661447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cd4a439aa54fdb" /><Relationship Type="http://schemas.openxmlformats.org/officeDocument/2006/relationships/notesMaster" Target="/ppt/notesMasters/notesMaster1.xml" Id="R076ba230709f4f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d0719e191c4d14" /><Relationship Type="http://schemas.openxmlformats.org/officeDocument/2006/relationships/notesMaster" Target="/ppt/notesMasters/notesMaster1.xml" Id="R3b0ea8937b0248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1d436bc694442c" /><Relationship Type="http://schemas.openxmlformats.org/officeDocument/2006/relationships/notesMaster" Target="/ppt/notesMasters/notesMaster1.xml" Id="R44a56fe1bc7347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6ec36477974a6b" /><Relationship Type="http://schemas.openxmlformats.org/officeDocument/2006/relationships/notesMaster" Target="/ppt/notesMasters/notesMaster1.xml" Id="R2776d565a3264d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docs/research/m023_protocol.md; reports/m022_calibration_mechanisms.md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docs/datasets/m023_native_eligibility.json; configs/m023_protocol.json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docs/research/m023_protocol.md; src/cerebro/reliability.py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src/cerebro/reliability.py; src/cerebro/research_dynamics.py; src/cerebro/population.py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docs/research/m023_protocol.md; configs/m023_protocol.json; docs/research/m023_reliability_clarification.md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data/processed/m023_reliability/results.json; docs/research/m023_protocol.md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reports/m023_dynamics.json; src/cerebro/research_dynamics.py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data/processed/m023_reliability/results.json; reports/m023_dynamics.json; docs/datasets/m023_native_eligibility.md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docs/research/m023_protocol.md; reports/m023_dynamics.json; reports/m022_calibration_mechanisms.md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docs/research/m023_protocol.md; docs/research/m023_interview_pack.md; docs/datasets/m023_native_eligibility.json</a:t>
            </a:r>
          </a:p>
          <a:p xmlns:a="http://schemas.openxmlformats.org/drawingml/2006/main">
            <a:r>
              <a:t>Dataset attribution: Temmar and colleagues (2025), LINK, DANDI001201 version0.251023.2336, https://doi.org/10.48324/dandi.001201/0.251023.2336, CC-BY-4.0. Offline computational research, one biological animal. No clinical or biological closed-loop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4028de7e04f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f06d7722d45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9ee2e3a4e48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4ad46416dd40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ef9fff98046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a351690ac4c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641533-E3FA-40D9-938D-D4F0DDC22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F95C1A-4110-415E-8EAF-D0090980FA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F691DC-368C-46EA-9E1D-184C05DFE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D3026F-36BF-4BE4-B065-B7B07A2E3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D3C067-D74B-4047-9771-C4C0D1A5A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206E55-4972-4D45-BEE3-1D93947B60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C110C1-BBAA-496C-A547-4D1926827A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363B08-558F-4794-91D5-ABC81FD38F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4CDF32-80C3-4208-A8A5-32FC68721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872D07-827A-4227-80B3-EC64F6999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638ff6d3a8479e" /><Relationship Type="http://schemas.openxmlformats.org/officeDocument/2006/relationships/slideLayout" Target="/ppt/slideLayouts/slideLayout1.xml" Id="Re1e78f93b4804b3e" /><Relationship Type="http://schemas.openxmlformats.org/officeDocument/2006/relationships/slideLayout" Target="/ppt/slideLayouts/slideLayout2.xml" Id="Rdd3165b98ce3442b" /><Relationship Type="http://schemas.openxmlformats.org/officeDocument/2006/relationships/slideLayout" Target="/ppt/slideLayouts/slideLayout3.xml" Id="R64c2952bb81d4421" /><Relationship Type="http://schemas.openxmlformats.org/officeDocument/2006/relationships/slideLayout" Target="/ppt/slideLayouts/slideLayout4.xml" Id="R3a4cc071899d4ba1" /><Relationship Type="http://schemas.openxmlformats.org/officeDocument/2006/relationships/slideLayout" Target="/ppt/slideLayouts/slideLayout5.xml" Id="R8065fcf88e3f4f3d" /><Relationship Type="http://schemas.openxmlformats.org/officeDocument/2006/relationships/slideLayout" Target="/ppt/slideLayouts/slideLayout6.xml" Id="R0a9f5340cb6940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e78f93b4804b3e"/>
    <p:sldLayoutId xmlns:r="http://schemas.openxmlformats.org/officeDocument/2006/relationships" id="2147483650" r:id="Rdd3165b98ce3442b"/>
    <p:sldLayoutId xmlns:r="http://schemas.openxmlformats.org/officeDocument/2006/relationships" id="2147483651" r:id="R64c2952bb81d4421"/>
    <p:sldLayoutId xmlns:r="http://schemas.openxmlformats.org/officeDocument/2006/relationships" id="2147483652" r:id="R3a4cc071899d4ba1"/>
    <p:sldLayoutId xmlns:r="http://schemas.openxmlformats.org/officeDocument/2006/relationships" id="2147483653" r:id="R8065fcf88e3f4f3d"/>
    <p:sldLayoutId xmlns:r="http://schemas.openxmlformats.org/officeDocument/2006/relationships" id="2147483654" r:id="R0a9f5340cb6940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1f6a00c924335" /><Relationship Type="http://schemas.openxmlformats.org/officeDocument/2006/relationships/notesSlide" Target="/ppt/notesSlides/notesSlide1.xml" Id="R33c8ffb2b3de4f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917752ded4771" /><Relationship Type="http://schemas.openxmlformats.org/officeDocument/2006/relationships/notesSlide" Target="/ppt/notesSlides/notesSlide2.xml" Id="R614fbc5dac5142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74b59797ad4f3e" /><Relationship Type="http://schemas.openxmlformats.org/officeDocument/2006/relationships/notesSlide" Target="/ppt/notesSlides/notesSlide3.xml" Id="R9458d4751ce5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eb6ccfff145d3" /><Relationship Type="http://schemas.openxmlformats.org/officeDocument/2006/relationships/notesSlide" Target="/ppt/notesSlides/notesSlide4.xml" Id="R51730a9d9e1d4e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49a6a9b824aa6" /><Relationship Type="http://schemas.openxmlformats.org/officeDocument/2006/relationships/notesSlide" Target="/ppt/notesSlides/notesSlide5.xml" Id="R88dcb10ccf3242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98988054d4285" /><Relationship Type="http://schemas.openxmlformats.org/officeDocument/2006/relationships/chart" Target="/ppt/slides/charts/chart1.xml" Id="R507ce70cdabe4209" /><Relationship Type="http://schemas.openxmlformats.org/officeDocument/2006/relationships/notesSlide" Target="/ppt/notesSlides/notesSlide6.xml" Id="R2eb3d66ec825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0ca51a12949a1" /><Relationship Type="http://schemas.openxmlformats.org/officeDocument/2006/relationships/chart" Target="/ppt/slides/charts/chart2.xml" Id="R9e1acd90e6514346" /><Relationship Type="http://schemas.openxmlformats.org/officeDocument/2006/relationships/notesSlide" Target="/ppt/notesSlides/notesSlide7.xml" Id="Ra3e7d4f2e80149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cf5bdefab4127" /><Relationship Type="http://schemas.openxmlformats.org/officeDocument/2006/relationships/notesSlide" Target="/ppt/notesSlides/notesSlide8.xml" Id="R4e6b2aa880ef4d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d7d80787c04d61" /><Relationship Type="http://schemas.openxmlformats.org/officeDocument/2006/relationships/notesSlide" Target="/ppt/notesSlides/notesSlide9.xml" Id="Raf98a8e569ac43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16fb80f1f42bb" /><Relationship Type="http://schemas.openxmlformats.org/officeDocument/2006/relationships/notesSlide" Target="/ppt/notesSlides/notesSlide10.xml" Id="Rf5a53db91dcf4af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Primary budget: 15 labeled trials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Risk MSE × 10⁻⁶ flexion⁴</c:v>
          </c:tx>
          <c:spPr>
            <a:solidFill xmlns:a="http://schemas.openxmlformats.org/drawingml/2006/main">
              <a:srgbClr val="176D9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Combined</c:v>
                </c:pt>
                <c:pt idx="1">
                  <c:v>Constant</c:v>
                </c:pt>
                <c:pt idx="2">
                  <c:v>Label only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10.93746724</c:v>
                </c:pt>
                <c:pt idx="1">
                  <c:v>12.07965153</c:v>
                </c:pt>
                <c:pt idx="2">
                  <c:v>7.20229323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Risk MSE × 10⁻⁶ flexion⁴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Source PCA6, one native-bin forecast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Relative neural MSE reduction (%)</c:v>
          </c:tx>
          <c:spPr>
            <a:solidFill xmlns:a="http://schemas.openxmlformats.org/drawingml/2006/main">
              <a:srgbClr val="176D9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Persistence</c:v>
                </c:pt>
                <c:pt idx="1">
                  <c:v>Source mean</c:v>
                </c:pt>
                <c:pt idx="2">
                  <c:v>Permuted AR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42.36424241</c:v>
                </c:pt>
                <c:pt idx="1">
                  <c:v>3.59433297</c:v>
                </c:pt>
                <c:pt idx="2">
                  <c:v>2.39798752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Arial"/>
                    <a:ea typeface="Arial"/>
                    <a:cs typeface="Arial"/>
                  </a:rPr>
                  <a:t>Relative neural MSE reduction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93F6E-D278-4B4F-A645-16246C92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Predicting adaptation harm in neural decoders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E94B1-F83C-4AB6-BBCE-F0756602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1/10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13858-EA86-4124-8D12-1E6B023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52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Reliability diagnostics and interpretable population dynamics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6B413-7F3D-4135-9ADA-DC47A01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62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6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6D9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6D9B"/>
                </a:solidFill>
                <a:latin typeface="Arial"/>
                <a:ea typeface="Arial"/>
                <a:cs typeface="Arial"/>
              </a:rPr>
              <a:t>A prospective development study with preserved negative findings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494E8-7369-4A6F-9FB6-507E53DF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57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LINK finger-flexion recordings, one macaque</a:t>
            </a:r>
          </a:p>
        </p:txBody>
      </p:sp>
    </p:spTree>
    <p:extLst>
      <p:ext uri="{BB962C8B-B14F-4D97-AF65-F5344CB8AC3E}">
        <p14:creationId xmlns:p14="http://schemas.microsoft.com/office/powerpoint/2010/main" val="341428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F4BD9-B729-4C6E-8317-CC609AF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Authentic data and a limited generalization unit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626A6-999C-409B-BD93-256FA869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2/10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46920-5777-4A81-A951-66FED2C0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96 electrode-contact threshold-crossing features with nominal 20 ms bins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3FC55-1644-4AFB-A5F2-39AB562C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Two normalized finger-flexion targets, synchronized native timestamps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E8ADB-DE8E-4EEA-ACF0-D61A0EC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Jan 27 source. Jan 30, Feb 4 and Feb 5 development 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DA0F7-05D4-4B0F-ACF9-8A79EF38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Three later dates pass native eligibility and remain unscored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1FED9-A173-4D3B-9D41-A9B7EBED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LINK: DANDI 001201 v0.251023.2336   doi:10.48324/dandi.001201/0.251023.2336   CC-BY-4.0</a:t>
            </a:r>
          </a:p>
        </p:txBody>
      </p:sp>
    </p:spTree>
    <p:extLst>
      <p:ext uri="{BB962C8B-B14F-4D97-AF65-F5344CB8AC3E}">
        <p14:creationId xmlns:p14="http://schemas.microsoft.com/office/powerpoint/2010/main" val="83778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79A32-3468-4326-92FF-5D382438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Competing explanations and a falsifiable null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DE0F5-16A0-4EFA-B781-AEB1FF44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3/10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B0089-52A0-48AD-8871-54056F90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H1  Calibration task coverage predicts adaptation harm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6696C-54B8-4657-84D6-304EAD4B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H2  Estimator variability predicts harm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EA5D8-ED60-4C02-BF8C-38328428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H3  Neural marginal shift predicts harm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91371-09E7-4FEF-84E4-4CAFC73E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H4  Decoder disagreement predicts harm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A5158-6F8E-4496-BB5D-D55993C6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D9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D9B"/>
                </a:solidFill>
                <a:latin typeface="Arial"/>
                <a:ea typeface="Arial"/>
                <a:cs typeface="Arial"/>
              </a:rPr>
              <a:t>Null: diagnostics fail to beat prespecified simple controls across dates</a:t>
            </a:r>
          </a:p>
        </p:txBody>
      </p:sp>
    </p:spTree>
    <p:extLst>
      <p:ext uri="{BB962C8B-B14F-4D97-AF65-F5344CB8AC3E}">
        <p14:creationId xmlns:p14="http://schemas.microsoft.com/office/powerpoint/2010/main" val="1391679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0F15E-FEB0-4CFA-A91B-CAA325CE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Interpretable models and explicit estimands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59E20-E4B1-435E-83A1-F7143F11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4/10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F8FE9-44C7-4A88-869C-3609B7C5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Adaptation outcome: direct MSE − frozen-source MSE, equal weight per trial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98AD5-B23F-45A9-94B5-085F393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Risk model: ridge prediction of that difference using calibration-only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827D6-2E8D-4DA2-896A-228D970F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Population model: PCA or FA observation coordinates with linear latent AR(1)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3876C-48A0-403D-98E1-F2651948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Forecast score: neural MSE in source-standardized count coordinates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1AE49-2FC3-4E7D-AF62-60087905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673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PCA axes and latent dynamics describe observations. They do not identify causal circuitry.</a:t>
            </a:r>
          </a:p>
        </p:txBody>
      </p:sp>
    </p:spTree>
    <p:extLst>
      <p:ext uri="{BB962C8B-B14F-4D97-AF65-F5344CB8AC3E}">
        <p14:creationId xmlns:p14="http://schemas.microsoft.com/office/powerpoint/2010/main" val="241882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B21B7-8806-4DE7-82FD-D2AC5AA5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Session-aware design and information restrictions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FAE8C-55E1-4A40-A849-82A077E8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5/10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A7C11-E068-4043-BB6C-A7148655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Source training: first 300 Jan 27 trials. All source transforms fit there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941E7-6F36-4B44-9915-4868B010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Development: only the historically permitted first 75 trials per 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E0891-E88E-4EAC-9359-4F737A0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Calibration pool: first 45 trials. Pseudo-evaluation: following 30 trials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53F99-90BA-41CC-BF3C-E6681AB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Reliability folds hold out one whole development date. Budgets: 5, 15, 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85D43-691B-4912-A5DC-D7ED1E4B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D9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D9B"/>
                </a:solidFill>
                <a:latin typeface="Arial"/>
                <a:ea typeface="Arial"/>
                <a:cs typeface="Arial"/>
              </a:rPr>
              <a:t>Repeated calibration subsets are not new sessions or animals</a:t>
            </a:r>
          </a:p>
        </p:txBody>
      </p:sp>
    </p:spTree>
    <p:extLst>
      <p:ext uri="{BB962C8B-B14F-4D97-AF65-F5344CB8AC3E}">
        <p14:creationId xmlns:p14="http://schemas.microsoft.com/office/powerpoint/2010/main" val="110393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FF33E-0D14-4085-9DA4-71F298FC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Reliability diagnostics fail the development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29283-9510-4A50-BB0F-A571914A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6/10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C57CA4E-F445-451A-82FE-6EC9A23D60F8}"/>
              </a:ext>
            </a:extLst>
          </p:cNvPr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7143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7ce70cdabe420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4BC18-0A38-4669-9A28-13A57640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38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Balanced accuracy</a:t>
            </a:r>
          </a:p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Combined  67.5%</a:t>
            </a:r>
          </a:p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Label only  76.25%</a:t>
            </a:r>
          </a:p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Majority  50.0%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79607-6496-4DBE-984C-047CF4BB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Combined risk prediction beats constant by 9.46%, but loses to label-only control and fails the all-date uncertainty gate</a:t>
            </a:r>
          </a:p>
        </p:txBody>
      </p:sp>
    </p:spTree>
    <p:extLst>
      <p:ext uri="{BB962C8B-B14F-4D97-AF65-F5344CB8AC3E}">
        <p14:creationId xmlns:p14="http://schemas.microsoft.com/office/powerpoint/2010/main" val="570187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8CD7A-1D0D-43E8-B763-FE1BF26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Latent forecasts improve on persistence, but miss the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52AE8-ACB9-4169-A297-87C9EC50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7/10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ED5BCE6-3050-480F-8773-88DCAA7B045A}"/>
              </a:ext>
            </a:extLst>
          </p:cNvPr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7191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1acd90e651434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2C99D-02EA-4831-9E2D-80D219CF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3837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5% practical threshold</a:t>
            </a:r>
          </a:p>
          <a:p xmlns:a="http://schemas.openxmlformats.org/drawingml/2006/main">
            <a:pPr>
              <a:defRPr sz="21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required against every</a:t>
            </a:r>
          </a:p>
          <a:p xmlns:a="http://schemas.openxmlformats.org/drawingml/2006/main">
            <a:pPr>
              <a:defRPr sz="21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prespecified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B21C9-2325-4BB9-9115-0650F8F4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Gains over source mean and time-permuted fitting remain below 5%. No temporal model passes promotion.</a:t>
            </a:r>
          </a:p>
        </p:txBody>
      </p:sp>
    </p:spTree>
    <p:extLst>
      <p:ext uri="{BB962C8B-B14F-4D97-AF65-F5344CB8AC3E}">
        <p14:creationId xmlns:p14="http://schemas.microsoft.com/office/powerpoint/2010/main" val="1400014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BB33F-23BD-4BA4-94C9-828F5D6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Negative controls constrain the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B1FC7-B260-4875-A441-ECE782D6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8/10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10C81-B238-4D2F-BAC5-8AB3B249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81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Permuted combined-risk labels retain 67.5% balanced accuracy. Classification alone is insufficient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60D50-237C-49E8-A314-CA79A922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081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Label-only predictors challenge a neural-specific reliability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C6391-8366-495F-8185-04756340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1081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Condition and dimensionality controls address task mixture and projection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15A8A-BC89-4027-91BB-13FFA0EE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67225"/>
            <a:ext cx="1081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Three eligible later sessions remain unscored under the frozen null rules</a:t>
            </a:r>
          </a:p>
        </p:txBody>
      </p:sp>
    </p:spTree>
    <p:extLst>
      <p:ext uri="{BB962C8B-B14F-4D97-AF65-F5344CB8AC3E}">
        <p14:creationId xmlns:p14="http://schemas.microsoft.com/office/powerpoint/2010/main" val="643764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5D28D-C8B0-4FE7-8DA6-86AC73D3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A bounded contribution with explicit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E302D-CCFB-4F36-B2BA-706809A4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9/10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E0AC0-CD21-4761-BE37-1D0794C3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1081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Calibration-only diagnostics do not yet establish reliable prospective harm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FC700-C36C-405A-87F3-EAC23D9D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081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Simple temporal structure improves some forecasts without meeting practical promotion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3770D-A657-450E-A26B-9D0BC9B3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081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One monkey and three inspected development dates limit biological generalization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FB243-D9E9-4565-901B-2643D9ED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081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Contact mapping does not establish neuron identity. Observational association does not identify physiology</a:t>
            </a:r>
          </a:p>
        </p:txBody>
      </p:sp>
    </p:spTree>
    <p:extLst>
      <p:ext uri="{BB962C8B-B14F-4D97-AF65-F5344CB8AC3E}">
        <p14:creationId xmlns:p14="http://schemas.microsoft.com/office/powerpoint/2010/main" val="11200072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CD816-E524-4A0A-B2F5-040E9BE8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C42"/>
                </a:solidFill>
                <a:latin typeface="Arial"/>
                <a:ea typeface="Arial"/>
                <a:cs typeface="Arial"/>
              </a:rPr>
              <a:t>Next evidence and reproducible research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6A3F9-206C-4037-A4D1-3A8620E0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CEREBRO Mission 023     10/10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3F58F-ECE3-4DDB-B667-32B7B14A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81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A revised hypothesis requires a new committed protocol before new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662B1-4F27-467A-95E9-2204FBF4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86025"/>
            <a:ext cx="1081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Independent validation must freeze the model and use eligible untouched sessions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0B7C1-28EE-4FCC-BC34-AA709D2C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081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New subjects and acquisition-quality metadata would strengthen biological inference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0D439-448C-442A-9B08-2D4D6D3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0810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2"/>
                </a:solidFill>
                <a:latin typeface="Arial"/>
                <a:ea typeface="Arial"/>
                <a:cs typeface="Arial"/>
              </a:rPr>
              <a:t>Code, provenance, negative controls and exact reproductions support external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242A7-95D7-4CB5-A7D6-E5DABA34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D9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D9B"/>
                </a:solidFill>
                <a:latin typeface="Arial"/>
                <a:ea typeface="Arial"/>
                <a:cs typeface="Arial"/>
              </a:rPr>
              <a:t>No online BCI, subject invariance or neural foundation-model claim follows</a:t>
            </a:r>
          </a:p>
        </p:txBody>
      </p:sp>
    </p:spTree>
    <p:extLst>
      <p:ext uri="{BB962C8B-B14F-4D97-AF65-F5344CB8AC3E}">
        <p14:creationId xmlns:p14="http://schemas.microsoft.com/office/powerpoint/2010/main" val="601323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2026-10-18T20:55:13.3700000Z</dcterms:created>
  <dcterms:modified xsi:type="dcterms:W3CDTF">2026-10-18T20:55:13.3710000Z</dcterms:modified>
</coreProperties>
</file>